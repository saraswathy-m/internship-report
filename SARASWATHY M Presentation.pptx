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1" r:id="rId1"/>
  </p:sldMasterIdLst>
  <p:notesMasterIdLst>
    <p:notesMasterId r:id="rId10"/>
  </p:notesMasterIdLst>
  <p:sldIdLst>
    <p:sldId id="260" r:id="rId2"/>
    <p:sldId id="261" r:id="rId3"/>
    <p:sldId id="262" r:id="rId4"/>
    <p:sldId id="259" r:id="rId5"/>
    <p:sldId id="263" r:id="rId6"/>
    <p:sldId id="257" r:id="rId7"/>
    <p:sldId id="265" r:id="rId8"/>
    <p:sldId id="26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70C02B-1C44-4800-AAD2-C9F1B3F25DB3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E12DC1-2AD0-443A-9653-F95D72EF0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758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09654" y="215903"/>
            <a:ext cx="1117269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3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E005F-C97F-4E2E-9403-743DD014655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fld id="{65C9472B-1202-4233-AC4E-A5AD73FFF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814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E005F-C97F-4E2E-9403-743DD014655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fld id="{65C9472B-1202-4233-AC4E-A5AD73FFF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863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3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196753" y="1241046"/>
            <a:ext cx="449072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 u="sng">
                <a:solidFill>
                  <a:srgbClr val="604A7B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E005F-C97F-4E2E-9403-743DD014655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fld id="{65C9472B-1202-4233-AC4E-A5AD73FFF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803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E005F-C97F-4E2E-9403-743DD014655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fld id="{65C9472B-1202-4233-AC4E-A5AD73FFF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800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E005F-C97F-4E2E-9403-743DD014655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11074405" y="6562710"/>
            <a:ext cx="376767" cy="246221"/>
          </a:xfrm>
          <a:solidFill>
            <a:schemeClr val="tx2"/>
          </a:solidFill>
        </p:spPr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fld id="{65C9472B-1202-4233-AC4E-A5AD73FFF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8810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32E005F-C97F-4E2E-9403-743DD014655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9472B-1202-4233-AC4E-A5AD73FFF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715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D7E94-3850-5959-580B-4BFD89E5DF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7B8702-2000-59F7-6190-62360FF812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EAF1C-4425-A15D-BD8B-58616FE3D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E005F-C97F-4E2E-9403-743DD014655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DE96D-F2E8-3DD3-E8A1-60C718B96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6566E-E6B0-CDB0-D6E9-442435506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9472B-1202-4233-AC4E-A5AD73FFF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586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76100" y="319535"/>
            <a:ext cx="863980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2733" y="1441452"/>
            <a:ext cx="1079500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3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3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E005F-C97F-4E2E-9403-743DD014655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74405" y="6611615"/>
            <a:ext cx="376767" cy="246221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fld id="{65C9472B-1202-4233-AC4E-A5AD73FFF9C1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9560986" y="990601"/>
            <a:ext cx="1701801" cy="20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122021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86ABD5-664B-F266-A241-4FD64C3B8A46}"/>
              </a:ext>
            </a:extLst>
          </p:cNvPr>
          <p:cNvSpPr txBox="1"/>
          <p:nvPr/>
        </p:nvSpPr>
        <p:spPr>
          <a:xfrm>
            <a:off x="746760" y="1657719"/>
            <a:ext cx="10698480" cy="4816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200000"/>
              </a:lnSpc>
            </a:pPr>
            <a:r>
              <a:rPr lang="en-US" b="1" dirty="0"/>
              <a:t>INTERNSHIP</a:t>
            </a:r>
            <a:r>
              <a:rPr lang="en-IN" b="1" dirty="0"/>
              <a:t> TITLE :</a:t>
            </a:r>
            <a:r>
              <a:rPr lang="en-IN" dirty="0"/>
              <a:t> Zero-Shot Vision-Language Model Applications</a:t>
            </a:r>
          </a:p>
          <a:p>
            <a:pPr lvl="1" algn="just">
              <a:lnSpc>
                <a:spcPct val="200000"/>
              </a:lnSpc>
            </a:pPr>
            <a:r>
              <a:rPr lang="en-IN" b="1" dirty="0"/>
              <a:t>STUDENT NAME :</a:t>
            </a:r>
            <a:r>
              <a:rPr lang="en-IN" dirty="0"/>
              <a:t> SARASWATHY M</a:t>
            </a:r>
          </a:p>
          <a:p>
            <a:pPr lvl="1" algn="just">
              <a:lnSpc>
                <a:spcPct val="200000"/>
              </a:lnSpc>
            </a:pPr>
            <a:r>
              <a:rPr lang="en-IN" b="1" dirty="0"/>
              <a:t>REGISTER NUMBER :</a:t>
            </a:r>
            <a:r>
              <a:rPr lang="en-IN" dirty="0"/>
              <a:t> 110725102221</a:t>
            </a:r>
          </a:p>
          <a:p>
            <a:pPr lvl="1" algn="just">
              <a:lnSpc>
                <a:spcPct val="200000"/>
              </a:lnSpc>
            </a:pPr>
            <a:r>
              <a:rPr lang="en-IN" b="1" dirty="0"/>
              <a:t>DEPARTMENT :</a:t>
            </a:r>
            <a:r>
              <a:rPr lang="en-IN" dirty="0"/>
              <a:t> Artificial Intelligence &amp; Data Science</a:t>
            </a:r>
          </a:p>
          <a:p>
            <a:pPr lvl="1" algn="just">
              <a:lnSpc>
                <a:spcPct val="200000"/>
              </a:lnSpc>
            </a:pPr>
            <a:r>
              <a:rPr lang="en-IN" b="1" dirty="0"/>
              <a:t>YEAR &amp; SEMESTER :</a:t>
            </a:r>
            <a:r>
              <a:rPr lang="en-IN" dirty="0"/>
              <a:t> II </a:t>
            </a:r>
            <a:r>
              <a:rPr lang="en-IN" baseline="30000" dirty="0" err="1"/>
              <a:t>nd</a:t>
            </a:r>
            <a:r>
              <a:rPr lang="en-IN" baseline="30000" dirty="0"/>
              <a:t> </a:t>
            </a:r>
            <a:r>
              <a:rPr lang="en-IN" dirty="0"/>
              <a:t> year/ III </a:t>
            </a:r>
            <a:r>
              <a:rPr lang="en-IN" dirty="0" err="1"/>
              <a:t>sem</a:t>
            </a:r>
            <a:endParaRPr lang="en-IN" dirty="0"/>
          </a:p>
          <a:p>
            <a:pPr lvl="1" algn="just">
              <a:lnSpc>
                <a:spcPct val="200000"/>
              </a:lnSpc>
            </a:pPr>
            <a:r>
              <a:rPr lang="en-IN" b="1" dirty="0"/>
              <a:t>ORGANIZATION :</a:t>
            </a:r>
            <a:r>
              <a:rPr lang="en-IN" dirty="0"/>
              <a:t> </a:t>
            </a:r>
            <a:r>
              <a:rPr lang="en-IN" dirty="0" err="1"/>
              <a:t>Pentabrains</a:t>
            </a:r>
            <a:r>
              <a:rPr lang="en-IN" dirty="0"/>
              <a:t> Solutions Private Limited, Chennai</a:t>
            </a:r>
          </a:p>
          <a:p>
            <a:pPr lvl="1" algn="just">
              <a:lnSpc>
                <a:spcPct val="200000"/>
              </a:lnSpc>
            </a:pPr>
            <a:r>
              <a:rPr lang="en-IN" b="1" dirty="0"/>
              <a:t>INTERNSHIP DURATION :</a:t>
            </a:r>
            <a:r>
              <a:rPr lang="en-IN" dirty="0"/>
              <a:t> 03/08/2026 – 14/08/2026</a:t>
            </a:r>
          </a:p>
          <a:p>
            <a:pPr lvl="1" algn="just">
              <a:lnSpc>
                <a:spcPct val="200000"/>
              </a:lnSpc>
            </a:pPr>
            <a:r>
              <a:rPr lang="en-IN" b="1" dirty="0"/>
              <a:t>ACADEMIC YEAR :</a:t>
            </a:r>
            <a:r>
              <a:rPr lang="en-IN" dirty="0"/>
              <a:t> 2026–2027</a:t>
            </a:r>
          </a:p>
          <a:p>
            <a:pPr>
              <a:spcAft>
                <a:spcPts val="1000"/>
              </a:spcAft>
              <a:defRPr sz="1900"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DE9565-BE31-8F0A-31E5-4D5D53ECC2E6}"/>
              </a:ext>
            </a:extLst>
          </p:cNvPr>
          <p:cNvSpPr txBox="1"/>
          <p:nvPr/>
        </p:nvSpPr>
        <p:spPr>
          <a:xfrm>
            <a:off x="746760" y="1050172"/>
            <a:ext cx="3713196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rPr dirty="0">
                <a:solidFill>
                  <a:srgbClr val="C00000"/>
                </a:solidFill>
              </a:rPr>
              <a:t>INTERNSHIP REPORT</a:t>
            </a:r>
          </a:p>
        </p:txBody>
      </p:sp>
    </p:spTree>
    <p:extLst>
      <p:ext uri="{BB962C8B-B14F-4D97-AF65-F5344CB8AC3E}">
        <p14:creationId xmlns:p14="http://schemas.microsoft.com/office/powerpoint/2010/main" val="1014620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2F8E84-642E-36FF-1740-4A76D9A371C1}"/>
              </a:ext>
            </a:extLst>
          </p:cNvPr>
          <p:cNvSpPr txBox="1"/>
          <p:nvPr/>
        </p:nvSpPr>
        <p:spPr>
          <a:xfrm>
            <a:off x="746760" y="1274261"/>
            <a:ext cx="10698480" cy="5168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  <a:defRPr sz="1900"/>
            </a:pPr>
            <a:r>
              <a:rPr lang="en-IN" b="1" dirty="0"/>
              <a:t>Organization Name</a:t>
            </a:r>
            <a:r>
              <a:rPr lang="en-IN" dirty="0"/>
              <a:t>: </a:t>
            </a:r>
            <a:r>
              <a:rPr lang="en-IN" dirty="0" err="1"/>
              <a:t>Pentabrains</a:t>
            </a:r>
            <a:r>
              <a:rPr lang="en-IN" dirty="0"/>
              <a:t> Solutions Private Limited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900"/>
            </a:pPr>
            <a:r>
              <a:rPr lang="en-IN" b="1" dirty="0"/>
              <a:t>Industry / Domain </a:t>
            </a:r>
            <a:r>
              <a:rPr lang="en-IN" dirty="0"/>
              <a:t>: Application development 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900"/>
            </a:pPr>
            <a:r>
              <a:rPr lang="en-IN" b="1" dirty="0"/>
              <a:t>Location</a:t>
            </a:r>
            <a:r>
              <a:rPr lang="en-IN" dirty="0"/>
              <a:t>: Chennai, Tamil Nadu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900"/>
            </a:pPr>
            <a:r>
              <a:rPr lang="en-IN" b="1" dirty="0"/>
              <a:t>Major Products / Services</a:t>
            </a:r>
            <a:r>
              <a:rPr lang="en-IN" dirty="0"/>
              <a:t>: Application development, artificial intelligence, computer vision, Vision-Language Model applications, and software development.</a:t>
            </a:r>
          </a:p>
          <a:p>
            <a:pPr lvl="0">
              <a:lnSpc>
                <a:spcPct val="150000"/>
              </a:lnSpc>
            </a:pPr>
            <a:r>
              <a:rPr lang="en-IN" b="1" dirty="0"/>
              <a:t>Organization Profile</a:t>
            </a:r>
            <a:r>
              <a:rPr lang="en-IN" dirty="0"/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/>
              <a:t>Pentabrains</a:t>
            </a:r>
            <a:r>
              <a:rPr lang="en-IN" dirty="0"/>
              <a:t> Solutions Private Limited is an organization based in Chennai, Tamil Nadu.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internship focused on application development and Zero-Shot Vision-Language Model applications.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internship provided practical exposure to VLM fundamentals, computer vision, prompt engineering, model evaluation, and application development.</a:t>
            </a:r>
          </a:p>
          <a:p>
            <a:pPr>
              <a:spcAft>
                <a:spcPts val="1000"/>
              </a:spcAft>
              <a:defRPr sz="1900"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DC5552-6CD4-F200-F971-1DB273AB21E2}"/>
              </a:ext>
            </a:extLst>
          </p:cNvPr>
          <p:cNvSpPr txBox="1"/>
          <p:nvPr/>
        </p:nvSpPr>
        <p:spPr>
          <a:xfrm>
            <a:off x="746760" y="797207"/>
            <a:ext cx="482407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rPr dirty="0">
                <a:solidFill>
                  <a:srgbClr val="C00000"/>
                </a:solidFill>
              </a:rPr>
              <a:t>ABOUT THE ORGANIZATION</a:t>
            </a:r>
          </a:p>
        </p:txBody>
      </p:sp>
    </p:spTree>
    <p:extLst>
      <p:ext uri="{BB962C8B-B14F-4D97-AF65-F5344CB8AC3E}">
        <p14:creationId xmlns:p14="http://schemas.microsoft.com/office/powerpoint/2010/main" val="3854464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648CA1-65A1-76BB-C317-10D64559661C}"/>
              </a:ext>
            </a:extLst>
          </p:cNvPr>
          <p:cNvSpPr txBox="1"/>
          <p:nvPr/>
        </p:nvSpPr>
        <p:spPr>
          <a:xfrm>
            <a:off x="746760" y="1407282"/>
            <a:ext cx="10698480" cy="4693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IN" sz="2000" b="1" dirty="0"/>
              <a:t>Programming Languages</a:t>
            </a:r>
            <a:r>
              <a:rPr lang="en-IN" sz="2000" dirty="0"/>
              <a:t>: Python, HTML, CSS</a:t>
            </a:r>
          </a:p>
          <a:p>
            <a:pPr algn="just">
              <a:lnSpc>
                <a:spcPct val="200000"/>
              </a:lnSpc>
            </a:pPr>
            <a:r>
              <a:rPr lang="en-IN" sz="2000" b="1" dirty="0"/>
              <a:t>Frameworks / Libraries</a:t>
            </a:r>
            <a:r>
              <a:rPr lang="en-IN" sz="2000" dirty="0"/>
              <a:t>: Flask, Py Torch, Transformers, PIL (Pillow), NumPy</a:t>
            </a:r>
          </a:p>
          <a:p>
            <a:pPr algn="just">
              <a:lnSpc>
                <a:spcPct val="200000"/>
              </a:lnSpc>
            </a:pPr>
            <a:r>
              <a:rPr lang="en-IN" sz="2000" b="1" dirty="0"/>
              <a:t>Database</a:t>
            </a:r>
            <a:r>
              <a:rPr lang="en-IN" sz="2000" dirty="0"/>
              <a:t>: PostgreSQL</a:t>
            </a:r>
          </a:p>
          <a:p>
            <a:pPr algn="just">
              <a:lnSpc>
                <a:spcPct val="200000"/>
              </a:lnSpc>
            </a:pPr>
            <a:r>
              <a:rPr lang="en-IN" sz="2000" b="1" dirty="0"/>
              <a:t>Software / Platforms</a:t>
            </a:r>
            <a:r>
              <a:rPr lang="en-IN" sz="2000" dirty="0"/>
              <a:t>: Visual Studio Code, Python, Flask Development Environment</a:t>
            </a:r>
          </a:p>
          <a:p>
            <a:pPr algn="just">
              <a:lnSpc>
                <a:spcPct val="200000"/>
              </a:lnSpc>
            </a:pPr>
            <a:r>
              <a:rPr lang="en-IN" sz="2000" b="1" dirty="0"/>
              <a:t>Hardware / Devices</a:t>
            </a:r>
            <a:r>
              <a:rPr lang="en-IN" sz="2000" dirty="0"/>
              <a:t>: Computer / </a:t>
            </a:r>
            <a:r>
              <a:rPr lang="en-IN" sz="2000" b="1" dirty="0" err="1"/>
              <a:t>cpu</a:t>
            </a:r>
            <a:r>
              <a:rPr lang="en-IN" sz="2000" dirty="0"/>
              <a:t>: intel i5 12</a:t>
            </a:r>
            <a:r>
              <a:rPr lang="en-IN" sz="2000" baseline="30000" dirty="0"/>
              <a:t>th</a:t>
            </a:r>
            <a:r>
              <a:rPr lang="en-IN" sz="2000" dirty="0"/>
              <a:t> gen </a:t>
            </a:r>
            <a:r>
              <a:rPr lang="en-IN" sz="2000" b="1" dirty="0" err="1"/>
              <a:t>gpu</a:t>
            </a:r>
            <a:r>
              <a:rPr lang="en-IN" sz="2000" dirty="0"/>
              <a:t>: rtx3050</a:t>
            </a:r>
            <a:r>
              <a:rPr lang="en-IN" sz="2000" b="1" dirty="0"/>
              <a:t> ram</a:t>
            </a:r>
            <a:r>
              <a:rPr lang="en-IN" sz="2000" dirty="0"/>
              <a:t>: 16gp </a:t>
            </a:r>
            <a:r>
              <a:rPr lang="en-IN" sz="2000" b="1" dirty="0"/>
              <a:t>vram</a:t>
            </a:r>
            <a:r>
              <a:rPr lang="en-IN" sz="2000" dirty="0"/>
              <a:t>:6gb</a:t>
            </a:r>
          </a:p>
          <a:p>
            <a:pPr algn="just">
              <a:lnSpc>
                <a:spcPct val="200000"/>
              </a:lnSpc>
            </a:pPr>
            <a:r>
              <a:rPr lang="en-IN" sz="2000" b="1" dirty="0"/>
              <a:t>Other Technologies</a:t>
            </a:r>
            <a:r>
              <a:rPr lang="en-IN" sz="2000" dirty="0"/>
              <a:t>: Artificial Intelligence (AI), Vision-Language Models (VLMs), Computer Vision, </a:t>
            </a:r>
            <a:r>
              <a:rPr lang="en-IN" sz="2000" dirty="0" err="1"/>
              <a:t>Moondream</a:t>
            </a:r>
            <a:r>
              <a:rPr lang="en-IN" sz="2000" dirty="0"/>
              <a:t>, </a:t>
            </a:r>
            <a:r>
              <a:rPr lang="en-IN" sz="2000" dirty="0" err="1"/>
              <a:t>CLIPSeg</a:t>
            </a:r>
            <a:r>
              <a:rPr lang="en-IN" sz="2000" dirty="0"/>
              <a:t>, Zero-Shot Learning, Prompt Engineering</a:t>
            </a:r>
          </a:p>
          <a:p>
            <a:pPr>
              <a:spcAft>
                <a:spcPts val="1000"/>
              </a:spcAft>
              <a:defRPr sz="1900"/>
            </a:pP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709B9D-41A2-CF13-298C-5BDB4ABBF24E}"/>
              </a:ext>
            </a:extLst>
          </p:cNvPr>
          <p:cNvSpPr txBox="1"/>
          <p:nvPr/>
        </p:nvSpPr>
        <p:spPr>
          <a:xfrm>
            <a:off x="589444" y="930228"/>
            <a:ext cx="5805115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rPr dirty="0">
                <a:solidFill>
                  <a:srgbClr val="C00000"/>
                </a:solidFill>
              </a:rPr>
              <a:t>TECHNOLOGIES AND TOOLS USED</a:t>
            </a:r>
          </a:p>
        </p:txBody>
      </p:sp>
    </p:spTree>
    <p:extLst>
      <p:ext uri="{BB962C8B-B14F-4D97-AF65-F5344CB8AC3E}">
        <p14:creationId xmlns:p14="http://schemas.microsoft.com/office/powerpoint/2010/main" val="2431354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030E26-CE40-8737-E33F-4F794AC4016F}"/>
              </a:ext>
            </a:extLst>
          </p:cNvPr>
          <p:cNvSpPr txBox="1"/>
          <p:nvPr/>
        </p:nvSpPr>
        <p:spPr>
          <a:xfrm>
            <a:off x="746760" y="1805203"/>
            <a:ext cx="10698480" cy="4549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  <a:defRPr sz="1900"/>
            </a:pPr>
            <a:r>
              <a:rPr lang="en-US" sz="2000" b="1" dirty="0"/>
              <a:t>Project Title: </a:t>
            </a:r>
            <a:r>
              <a:rPr lang="en-US" sz="2000" dirty="0"/>
              <a:t>Zero-Shot Vision-Language Model Application (CHATLYTIX)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900"/>
            </a:pPr>
            <a:r>
              <a:rPr lang="en-US" sz="2000" b="1" dirty="0"/>
              <a:t>Problem Identified</a:t>
            </a:r>
            <a:r>
              <a:rPr lang="en-US" sz="2000" dirty="0"/>
              <a:t>: The project focuses on developing an application that can work with images using Vision-Language Models and natural-language queries.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900"/>
            </a:pPr>
            <a:r>
              <a:rPr lang="en-US" sz="2000" b="1" dirty="0"/>
              <a:t>Proposed Solution</a:t>
            </a:r>
            <a:r>
              <a:rPr lang="en-US" sz="2000" dirty="0"/>
              <a:t>: Develop CHATLYTIX as a web-based Zero-Shot Vision-Language Model application for image understanding and natural-language interaction.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900"/>
            </a:pPr>
            <a:r>
              <a:rPr lang="en-US" sz="2000" b="1" dirty="0"/>
              <a:t>Need for the Project </a:t>
            </a:r>
            <a:r>
              <a:rPr lang="en-US" sz="2000" dirty="0"/>
              <a:t>:The project provides practical application of Vision-Language Models by allowing users to interact with image data through natural-language instructions.</a:t>
            </a:r>
          </a:p>
          <a:p>
            <a:pPr>
              <a:spcAft>
                <a:spcPts val="1000"/>
              </a:spcAft>
              <a:defRPr sz="1900"/>
            </a:pPr>
            <a:endParaRPr lang="en-US" dirty="0"/>
          </a:p>
          <a:p>
            <a:pPr>
              <a:spcAft>
                <a:spcPts val="1000"/>
              </a:spcAft>
              <a:defRPr sz="1900"/>
            </a:pPr>
            <a:r>
              <a:rPr lang="en-IN" dirty="0"/>
              <a:t>.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15D3E1-F94F-14D6-DDD1-176C9EF1847C}"/>
              </a:ext>
            </a:extLst>
          </p:cNvPr>
          <p:cNvSpPr txBox="1"/>
          <p:nvPr/>
        </p:nvSpPr>
        <p:spPr>
          <a:xfrm>
            <a:off x="471457" y="1072701"/>
            <a:ext cx="5698291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rPr dirty="0">
                <a:solidFill>
                  <a:srgbClr val="C00000"/>
                </a:solidFill>
              </a:rPr>
              <a:t>PROJECT / 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1327204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50FDD6B-8205-9734-2075-18BCBF8AF449}"/>
              </a:ext>
            </a:extLst>
          </p:cNvPr>
          <p:cNvSpPr txBox="1"/>
          <p:nvPr/>
        </p:nvSpPr>
        <p:spPr>
          <a:xfrm>
            <a:off x="584036" y="870891"/>
            <a:ext cx="510530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rPr dirty="0">
                <a:solidFill>
                  <a:srgbClr val="C00000"/>
                </a:solidFill>
              </a:rPr>
              <a:t>METHODOLOGY / WORKFLOW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57FD807-496E-7651-9734-52F3BECB7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013" y="1532302"/>
            <a:ext cx="11745929" cy="18045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DE5CCC5-4531-FD00-A963-55BC8B962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413" y="3521179"/>
            <a:ext cx="9565989" cy="2574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666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7E8D31E-6A4A-5C33-DF10-7DB4BF7C6111}"/>
              </a:ext>
            </a:extLst>
          </p:cNvPr>
          <p:cNvSpPr txBox="1"/>
          <p:nvPr/>
        </p:nvSpPr>
        <p:spPr>
          <a:xfrm>
            <a:off x="427486" y="825636"/>
            <a:ext cx="7507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C00000"/>
                </a:solidFill>
              </a:rPr>
              <a:t>OUTPUT</a:t>
            </a:r>
            <a:endParaRPr lang="en-IN" b="1" dirty="0">
              <a:solidFill>
                <a:srgbClr val="C0000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F0C7CA3-E6CE-7387-1CF2-324C40E0E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859534"/>
            <a:ext cx="5548501" cy="26176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E1F35E7-7717-38A2-D571-6D111F551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56469"/>
            <a:ext cx="5548501" cy="26824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24DF615-32E5-C169-9616-4D60644F92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486" y="1652615"/>
            <a:ext cx="5271899" cy="32250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3EAEB6-1921-04BD-E225-5C663EA31CAC}"/>
              </a:ext>
            </a:extLst>
          </p:cNvPr>
          <p:cNvSpPr txBox="1"/>
          <p:nvPr/>
        </p:nvSpPr>
        <p:spPr>
          <a:xfrm>
            <a:off x="662694" y="1489285"/>
            <a:ext cx="10698480" cy="4816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/>
              <a:t>Results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CHATLYTIX was successfully developed as a web-based Vision-Language Model application.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application successfully supports image upload and AI-based image analysis.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 major application modules and navigation routes were tested successfully.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</a:p>
          <a:p>
            <a:pPr>
              <a:lnSpc>
                <a:spcPct val="150000"/>
              </a:lnSpc>
            </a:pPr>
            <a:r>
              <a:rPr lang="en-IN" sz="2400" b="1" dirty="0"/>
              <a:t>Outcomes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Gained practical experience in Python, Flask, HTML, CSS, and PostgreSQL.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Developed understanding of Vision-Language Models, zero-shot applications, image analysis, and prompt engineering.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Gained hands-on experience in integrating AI technologies with a functional web application.</a:t>
            </a:r>
          </a:p>
          <a:p>
            <a:pPr>
              <a:spcAft>
                <a:spcPts val="1000"/>
              </a:spcAft>
              <a:defRPr sz="1900"/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981D0F-0AFC-C958-CFDE-1F2DB3A1DCE3}"/>
              </a:ext>
            </a:extLst>
          </p:cNvPr>
          <p:cNvSpPr txBox="1"/>
          <p:nvPr/>
        </p:nvSpPr>
        <p:spPr>
          <a:xfrm>
            <a:off x="348061" y="933573"/>
            <a:ext cx="3828933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rPr dirty="0">
                <a:solidFill>
                  <a:srgbClr val="C00000"/>
                </a:solidFill>
              </a:rPr>
              <a:t>RESULTS / OUTCOMES</a:t>
            </a:r>
          </a:p>
        </p:txBody>
      </p:sp>
    </p:spTree>
    <p:extLst>
      <p:ext uri="{BB962C8B-B14F-4D97-AF65-F5344CB8AC3E}">
        <p14:creationId xmlns:p14="http://schemas.microsoft.com/office/powerpoint/2010/main" val="3036672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A5A700-9A8E-464B-170D-2EFAF9DDB3F2}"/>
              </a:ext>
            </a:extLst>
          </p:cNvPr>
          <p:cNvSpPr txBox="1"/>
          <p:nvPr/>
        </p:nvSpPr>
        <p:spPr>
          <a:xfrm>
            <a:off x="-1770298" y="1379760"/>
            <a:ext cx="13578841" cy="3186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1000"/>
              </a:spcAft>
              <a:defRPr sz="1900"/>
            </a:pPr>
            <a:r>
              <a:rPr lang="en-IN" sz="3600" b="1" dirty="0">
                <a:solidFill>
                  <a:srgbClr val="C00000"/>
                </a:solidFill>
              </a:rPr>
              <a:t>            THANK YOU</a:t>
            </a:r>
            <a:endParaRPr sz="2800" dirty="0"/>
          </a:p>
          <a:p>
            <a:pPr algn="ctr">
              <a:lnSpc>
                <a:spcPct val="150000"/>
              </a:lnSpc>
              <a:spcAft>
                <a:spcPts val="1000"/>
              </a:spcAft>
              <a:defRPr sz="1900"/>
            </a:pPr>
            <a:r>
              <a:rPr lang="en-IN" sz="2800" b="1" dirty="0"/>
              <a:t>               STUDENT NAME : SARASWATHY M</a:t>
            </a:r>
          </a:p>
          <a:p>
            <a:pPr algn="ctr">
              <a:lnSpc>
                <a:spcPct val="150000"/>
              </a:lnSpc>
              <a:spcAft>
                <a:spcPts val="1000"/>
              </a:spcAft>
              <a:defRPr sz="1900"/>
            </a:pPr>
            <a:r>
              <a:rPr lang="en-IN" sz="2800" b="1" dirty="0"/>
              <a:t>REGISTER NUMBER :  110725102221</a:t>
            </a:r>
          </a:p>
          <a:p>
            <a:pPr algn="ctr">
              <a:lnSpc>
                <a:spcPct val="150000"/>
              </a:lnSpc>
              <a:spcAft>
                <a:spcPts val="1000"/>
              </a:spcAft>
              <a:defRPr sz="1900"/>
            </a:pPr>
            <a:r>
              <a:rPr lang="en-IN" sz="2800" b="1" dirty="0"/>
              <a:t>                                                     DEPARTMENT : Artificial Intelligence &amp; Data Science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166051759"/>
      </p:ext>
    </p:extLst>
  </p:cSld>
  <p:clrMapOvr>
    <a:masterClrMapping/>
  </p:clrMapOvr>
</p:sld>
</file>

<file path=ppt/theme/theme1.xml><?xml version="1.0" encoding="utf-8"?>
<a:theme xmlns:a="http://schemas.openxmlformats.org/drawingml/2006/main" name="jnn theme">
  <a:themeElements>
    <a:clrScheme name="Custom 1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2D82F4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Custom 2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nn theme" id="{C48DF7EC-E3BA-40BB-B151-78E646B98C38}" vid="{B2E6017A-018E-4A84-BC8B-FD093EA670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Presentation1</Template>
  <TotalTime>345</TotalTime>
  <Words>427</Words>
  <Application>Microsoft Office PowerPoint</Application>
  <PresentationFormat>Widescreen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Garamond</vt:lpstr>
      <vt:lpstr>jnn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krithishwaran v</dc:creator>
  <cp:lastModifiedBy>sara caroline</cp:lastModifiedBy>
  <cp:revision>2</cp:revision>
  <dcterms:created xsi:type="dcterms:W3CDTF">2026-10-01T03:40:08Z</dcterms:created>
  <dcterms:modified xsi:type="dcterms:W3CDTF">2026-10-04T08:08:58Z</dcterms:modified>
</cp:coreProperties>
</file>